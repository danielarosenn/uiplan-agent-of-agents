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UiPlan: Agent-of-Agents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From brief to deployable UiPath delivery package in one supervised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Automation delivery is fragmented across docs, handoffs, and runtime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LangGraph orchestrator delegates specialists and emits evidence for every phase.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Foundation: Skills +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Built on UiPath skills and CLIs (uipath, uipcli, uip).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UiPlan Contract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spec.md, plan.md, tasks.md form the typed planning contract.</a:t>
            </a:r>
          </a:p>
          <a:p>
            <a:pPr>
              <a:defRPr sz="1800"/>
            </a:pPr>
            <a:r>
              <a:t>See docs/submission for script, architecture diagram, and supporting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Design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PDD, SDD, ADD generated from the same brief and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CopilotKit Viewer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7 tabs: UiPlan, Diagrams, Constraints, Tasks, Execution, Resources, Docs.</a:t>
            </a:r>
          </a:p>
          <a:p>
            <a:pPr>
              <a:defRPr sz="1800"/>
            </a:pPr>
            <a:r>
              <a:t>See docs/submission for script, architecture diagram, and supporting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Orchestrator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Queue/asset data and job telemetry are queried from Shared folder.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Supervisor pipeline: assign -&gt; docs -&gt; artifacts -&gt; provision -&gt; execute -&gt; events -&gt; handoff.</a:t>
            </a:r>
          </a:p>
          <a:p>
            <a:pPr>
              <a:defRPr sz="1800"/>
            </a:pPr>
            <a:r>
              <a:t>See docs/submission for script, architecture diagram, and supporting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Novel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Constraint intelligence + agent-of-agents + evidence-first handoff.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Run enterpriseincidentagentbuilder-20260524163750 completed with real resource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Add richer per-agent reasoning, parallel sub-agent execution, and solution deploy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